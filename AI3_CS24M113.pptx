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29f696e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129f696e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129f696e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129f696e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129f696e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129f696e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129f696e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129f696e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Ashantfet/AI_3.gi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zK4WSBJdkm41vBuVlSGBO9J3meKErOSA/view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://drive.google.com/file/d/1oZGEUT7st2tfz6hl_tiUzTI7yT6YXk7c/view" TargetMode="External"/><Relationship Id="rId6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373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/>
              <a:t> Implementation of Minimax, Alpha-Beta Pruning, and Random Agent in Slime Volleyball</a:t>
            </a:r>
            <a:br>
              <a:rPr b="1" lang="en" sz="1600"/>
            </a:br>
            <a:endParaRPr b="1"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/>
            </a:b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TEAM:</a:t>
            </a:r>
            <a:r>
              <a:rPr lang="en" sz="1100"/>
              <a:t> ASHANT KUMAR (CS24M113)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Submission Date:</a:t>
            </a:r>
            <a:r>
              <a:rPr lang="en" sz="1100"/>
              <a:t> 30/04/2025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Course Name:</a:t>
            </a:r>
            <a:r>
              <a:rPr lang="en" sz="1100"/>
              <a:t> AI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Instructor Name:</a:t>
            </a:r>
            <a:r>
              <a:rPr lang="en" sz="1100"/>
              <a:t> </a:t>
            </a:r>
            <a:r>
              <a:rPr lang="en" sz="105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Ajin George Joseph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GitHub Repo:</a:t>
            </a:r>
            <a:r>
              <a:rPr lang="en" sz="1100"/>
              <a:t>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https://github.com/Ashantfet/AI_3.git</a:t>
            </a:r>
            <a:endParaRPr sz="1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80850" y="41200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Problem Overview &amp; Environment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Problem Statement: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Implementing Minimax and Alpha-Beta Pruning algorithms to control agents in the Slime Volleyball environment.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Comparing algorithmic performance with a random agent.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Environment: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Slime Volleyball Environment</a:t>
            </a:r>
            <a:r>
              <a:rPr lang="en" sz="1100">
                <a:solidFill>
                  <a:schemeClr val="dk1"/>
                </a:solidFill>
              </a:rPr>
              <a:t> (SlimeVolley-v0).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Two players (agents) interact to try to score by hitting the ball over the opponent's slime.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The environment involves physics (e.g., movement, jumping, ball behavior).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Goals: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Develop intelligent agents that perform well in this dynamic environment.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Evaluate and compare Minimax, Alpha-Beta Pruning, and a Random Agent.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Algorithms Implemented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Minimax Algorithm: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 classic decision-making algorithm that evaluates all possible moves up to a certain depth.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Evaluation Function:</a:t>
            </a:r>
            <a:r>
              <a:rPr lang="en" sz="1100">
                <a:solidFill>
                  <a:schemeClr val="dk1"/>
                </a:solidFill>
              </a:rPr>
              <a:t> Distance between the ball and the player (closer to the ball is better).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Depth of search: 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Alpha-Beta Pruning: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Optimized version of Minimax with pruning to eliminate branches that do not need to be explored.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Evaluation Function:</a:t>
            </a:r>
            <a:r>
              <a:rPr lang="en" sz="1100">
                <a:solidFill>
                  <a:schemeClr val="dk1"/>
                </a:solidFill>
              </a:rPr>
              <a:t> Same as Minimax, but the pruning reduces computation time.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Depth of search: 3.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Random Agent: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Chooses actions randomly from the possible action set.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Used as a baseline for comparison.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Experimental Setup &amp; Results</a:t>
            </a:r>
            <a:endParaRPr b="1"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88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Total Score (Yellow vs. Blue)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Minimax</a:t>
            </a:r>
            <a:r>
              <a:rPr lang="en" sz="1100">
                <a:solidFill>
                  <a:schemeClr val="dk1"/>
                </a:solidFill>
              </a:rPr>
              <a:t>: Yellow 0 - Blue 3</a:t>
            </a: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Alpha-Beta</a:t>
            </a:r>
            <a:r>
              <a:rPr lang="en" sz="1100">
                <a:solidFill>
                  <a:schemeClr val="dk1"/>
                </a:solidFill>
              </a:rPr>
              <a:t>: Yellow 0 - Blue 13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Number of Frames Played</a:t>
            </a:r>
            <a:r>
              <a:rPr lang="en" sz="1100">
                <a:solidFill>
                  <a:schemeClr val="dk1"/>
                </a:solidFill>
              </a:rPr>
              <a:t>: 900 frames per game iteration (30 seconds with 30 FPS).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Execution Time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Minimax</a:t>
            </a:r>
            <a:r>
              <a:rPr lang="en" sz="1100">
                <a:solidFill>
                  <a:schemeClr val="dk1"/>
                </a:solidFill>
              </a:rPr>
              <a:t>: 227.23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seconds</a:t>
            </a: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Alpha-Beta</a:t>
            </a:r>
            <a:r>
              <a:rPr lang="en" sz="1100">
                <a:solidFill>
                  <a:schemeClr val="dk1"/>
                </a:solidFill>
              </a:rPr>
              <a:t>: 109.13 seconds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Observations:</a:t>
            </a: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Minimax and Alpha-Beta Pruning perform better compared to the Random Agent due to their strategic decision-making.</a:t>
            </a: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Alpha-Beta executed nearly twice as fast</a:t>
            </a:r>
            <a:r>
              <a:rPr lang="en" sz="1100">
                <a:solidFill>
                  <a:schemeClr val="dk1"/>
                </a:solidFill>
              </a:rPr>
              <a:t> as Minimax (109.13s vs 227.23s), showcasing the benefit of pruning redundant branches.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4272350" y="3448850"/>
            <a:ext cx="4719300" cy="1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276325" y="4570825"/>
            <a:ext cx="476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ALPHA-BETA VIDEO PLAY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415225" y="1979450"/>
            <a:ext cx="4640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MINIMAX VIDEO PLAY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19075" y="4643450"/>
            <a:ext cx="4335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Note: Blue is the maximizing player (controlled by Minimax/AlphaBeta)</a:t>
            </a:r>
            <a:endParaRPr b="1" sz="800">
              <a:solidFill>
                <a:schemeClr val="dk2"/>
              </a:solidFill>
            </a:endParaRPr>
          </a:p>
        </p:txBody>
      </p:sp>
      <p:pic>
        <p:nvPicPr>
          <p:cNvPr id="78" name="Google Shape;78;p16" title="minimax_fullgam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1200" y="148825"/>
            <a:ext cx="4640400" cy="18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alphabeta_fullgame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4175" y="2411938"/>
            <a:ext cx="4762500" cy="217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 Conclusion &amp; Performance Analysis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 Key Takeaways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Minimax vs. Alpha-Beta Pruning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Alpha-Beta Pruning achieves the </a:t>
            </a:r>
            <a:r>
              <a:rPr b="1" lang="en" sz="1100">
                <a:solidFill>
                  <a:schemeClr val="dk1"/>
                </a:solidFill>
              </a:rPr>
              <a:t>same results</a:t>
            </a:r>
            <a:r>
              <a:rPr lang="en" sz="1100">
                <a:solidFill>
                  <a:schemeClr val="dk1"/>
                </a:solidFill>
              </a:rPr>
              <a:t> as Minimax while being significantly </a:t>
            </a:r>
            <a:r>
              <a:rPr b="1" lang="en" sz="1100">
                <a:solidFill>
                  <a:schemeClr val="dk1"/>
                </a:solidFill>
              </a:rPr>
              <a:t>faster</a:t>
            </a:r>
            <a:r>
              <a:rPr lang="en" sz="1100">
                <a:solidFill>
                  <a:schemeClr val="dk1"/>
                </a:solidFill>
              </a:rPr>
              <a:t> by eliminating irrelevant branches during the search.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Random Agent Behavior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As expected, the Random Agent performs poorly, showing </a:t>
            </a:r>
            <a:r>
              <a:rPr b="1" lang="en" sz="1100">
                <a:solidFill>
                  <a:schemeClr val="dk1"/>
                </a:solidFill>
              </a:rPr>
              <a:t>no strategic behavior</a:t>
            </a:r>
            <a:r>
              <a:rPr lang="en" sz="1100">
                <a:solidFill>
                  <a:schemeClr val="dk1"/>
                </a:solidFill>
              </a:rPr>
              <a:t> or consistency.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Evaluation Function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 </a:t>
            </a:r>
            <a:r>
              <a:rPr b="1" lang="en" sz="1100">
                <a:solidFill>
                  <a:schemeClr val="dk1"/>
                </a:solidFill>
              </a:rPr>
              <a:t>simple heuristic based on the distance to the ball</a:t>
            </a:r>
            <a:r>
              <a:rPr lang="en" sz="1100">
                <a:solidFill>
                  <a:schemeClr val="dk1"/>
                </a:solidFill>
              </a:rPr>
              <a:t> proves effective for basic agent control and decision-making in the game.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 Challenges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Search Depth Limitation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Both Minimax and Alpha-Beta are constrained by the search depth, limiting their </a:t>
            </a:r>
            <a:r>
              <a:rPr b="1" lang="en" sz="1100">
                <a:solidFill>
                  <a:schemeClr val="dk1"/>
                </a:solidFill>
              </a:rPr>
              <a:t>foresight and long-term planning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Dynamic Game Environment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fast-paced game mechanics (ball physics, opponent actions) make it </a:t>
            </a:r>
            <a:r>
              <a:rPr b="1" lang="en" sz="1100">
                <a:solidFill>
                  <a:schemeClr val="dk1"/>
                </a:solidFill>
              </a:rPr>
              <a:t>difficult to predict and adapt</a:t>
            </a:r>
            <a:r>
              <a:rPr lang="en" sz="1100">
                <a:solidFill>
                  <a:schemeClr val="dk1"/>
                </a:solidFill>
              </a:rPr>
              <a:t> accurately using deterministic planning alone.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